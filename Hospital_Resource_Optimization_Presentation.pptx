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Hospital Resource Optimization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Dashboard Project Presentation</a:t>
            </a:r>
          </a:p>
          <a:p>
            <a:r>
              <a:t>Prasanth Chimpiri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This project analyzes hospital operations data.</a:t>
            </a:r>
          </a:p>
          <a:p>
            <a:r>
              <a:t>• Focus areas: Doctors, Patients, Appointments, Rooms, Admissions.</a:t>
            </a:r>
          </a:p>
          <a:p>
            <a:r>
              <a:t>• Built using SQL, Excel, and Power BI.</a:t>
            </a:r>
          </a:p>
          <a:p>
            <a:r>
              <a:t>• Goal: Improve resource allocation and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Hospitals face challenges in resource utilization.</a:t>
            </a:r>
          </a:p>
          <a:p>
            <a:r>
              <a:t>• Difficulty tracking doctor workload.</a:t>
            </a:r>
          </a:p>
          <a:p>
            <a:r>
              <a:t>• Monitoring room occupancy manually is inefficient.</a:t>
            </a:r>
          </a:p>
          <a:p>
            <a:r>
              <a:t>• Need centralized analytics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Doctors Table</a:t>
            </a:r>
          </a:p>
          <a:p>
            <a:r>
              <a:t>• Patients Table</a:t>
            </a:r>
          </a:p>
          <a:p>
            <a:r>
              <a:t>• Appointments Table</a:t>
            </a:r>
          </a:p>
          <a:p>
            <a:r>
              <a:t>• Rooms Table</a:t>
            </a:r>
          </a:p>
          <a:p>
            <a:r>
              <a:t>• Admissions Table</a:t>
            </a:r>
          </a:p>
          <a:p>
            <a:r>
              <a:t>• Relationships created using primary &amp; foreign keys.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Patients</a:t>
            </a:r>
          </a:p>
          <a:p>
            <a:r>
              <a:t>• Total Doctors</a:t>
            </a:r>
          </a:p>
          <a:p>
            <a:r>
              <a:t>• Total Appointments</a:t>
            </a:r>
          </a:p>
          <a:p>
            <a:r>
              <a:t>• Completed Appointments</a:t>
            </a:r>
          </a:p>
          <a:p>
            <a:r>
              <a:t>• Room Occupancy Percentage</a:t>
            </a:r>
          </a:p>
          <a:p>
            <a:r>
              <a:t>• Total Admissions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Page 1 – Executive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KPI Cards for quick insights.</a:t>
            </a:r>
          </a:p>
          <a:p>
            <a:r>
              <a:t>• Doctor Workload Bar Chart.</a:t>
            </a:r>
          </a:p>
          <a:p>
            <a:r>
              <a:t>• Appointment Status Donut Chart.</a:t>
            </a:r>
          </a:p>
          <a:p>
            <a:r>
              <a:t>• Admissions Trend Line Chart.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Page 2 – Doctor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Appointment count per doctor.</a:t>
            </a:r>
          </a:p>
          <a:p>
            <a:r>
              <a:t>• Specialization-based performance.</a:t>
            </a:r>
          </a:p>
          <a:p>
            <a:r>
              <a:t>• Doctor ranking using DAX.</a:t>
            </a:r>
          </a:p>
          <a:p>
            <a:r>
              <a:t>• Consultation fee comparison.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Page 3 – Room &amp; Admission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Room occupancy comparison.</a:t>
            </a:r>
          </a:p>
          <a:p>
            <a:r>
              <a:t>• Current admitted patients tracking.</a:t>
            </a:r>
          </a:p>
          <a:p>
            <a:r>
              <a:t>• Admission trend analysis.</a:t>
            </a:r>
          </a:p>
          <a:p>
            <a:r>
              <a:t>• Resource utilization monitoring.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MySQL – Database Creation</a:t>
            </a:r>
          </a:p>
          <a:p>
            <a:r>
              <a:t>• Excel – Data Storage</a:t>
            </a:r>
          </a:p>
          <a:p>
            <a:r>
              <a:t>• Power BI – Dashboard &amp; Visualization</a:t>
            </a:r>
          </a:p>
          <a:p>
            <a:r>
              <a:t>• DAX – KPI Calculations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Improved decision-making.</a:t>
            </a:r>
          </a:p>
          <a:p>
            <a:r>
              <a:t>• Better doctor workload distribution.</a:t>
            </a:r>
          </a:p>
          <a:p>
            <a:r>
              <a:t>• Optimized room utilization.</a:t>
            </a:r>
          </a:p>
          <a:p>
            <a:r>
              <a:t>• Real-time performance tracking.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built a hospital analytics dashboard.</a:t>
            </a:r>
          </a:p>
          <a:p>
            <a:r>
              <a:t>• Provided real-time insights using Power BI.</a:t>
            </a:r>
          </a:p>
          <a:p>
            <a:r>
              <a:t>• Can be extended with billing &amp; revenue modules.</a:t>
            </a:r>
          </a:p>
          <a:p>
            <a:r>
              <a:t>• Supports data-driven healthcare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305</Words>
  <Application>Microsoft Office PowerPoint</Application>
  <PresentationFormat>On-screen Show (4:3)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Hospital Resource Optimization System</vt:lpstr>
      <vt:lpstr>Project Overview</vt:lpstr>
      <vt:lpstr>Problem Statement</vt:lpstr>
      <vt:lpstr>Database Design</vt:lpstr>
      <vt:lpstr>Key Performance Indicators (KPIs)</vt:lpstr>
      <vt:lpstr>Dashboard Page 1 – Executive Overview</vt:lpstr>
      <vt:lpstr>Dashboard Page 2 – Doctor Performance Analysis</vt:lpstr>
      <vt:lpstr>Dashboard Page 3 – Room &amp; Admission Analytics</vt:lpstr>
      <vt:lpstr>Tools &amp; Technologies Used</vt:lpstr>
      <vt:lpstr>Business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prasanth chimpiri</cp:lastModifiedBy>
  <cp:revision>1</cp:revision>
  <dcterms:created xsi:type="dcterms:W3CDTF">2013-01-27T09:14:16Z</dcterms:created>
  <dcterms:modified xsi:type="dcterms:W3CDTF">2026-03-03T06:41:30Z</dcterms:modified>
  <cp:category/>
</cp:coreProperties>
</file>